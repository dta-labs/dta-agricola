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57" r:id="rId5"/>
    <p:sldId id="258" r:id="rId6"/>
    <p:sldId id="259" r:id="rId7"/>
    <p:sldId id="262" r:id="rId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2" d="100"/>
          <a:sy n="62" d="100"/>
        </p:scale>
        <p:origin x="7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E8D18-B48C-43A6-8FD7-EB1C17F5F6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7B36AF2-67FB-4C95-A90B-BC7970023C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F170E-2D35-46CD-A887-E99D55C73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37F27AE-D808-4264-9CBE-9F3211BB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6EFABF6-11A3-4D13-B053-070881991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478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94BC3-F1D2-4F37-BC6D-BCCBB575A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D6694E-FE62-44A9-AC1F-7B3CB6871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55174C-12FF-49E1-9FCE-BC53D41BA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36C6AC-3A7C-46A3-9620-08729E879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5D30B0F-E67A-4AFB-8F43-A08D8CFA4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2483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36CC2-ED27-424B-AE7A-740BC0E48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96B594-797E-4F86-853C-BE89291E2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64CC35-55C2-4E10-B0CA-3752B23CE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20C9E3-6D05-4A3E-B4C0-E28E127B8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06CB983-DEFA-41E7-A88A-27C49960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92986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AD6B09-4032-4DAE-A01B-DC6D709E7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C9C9FB-F0C2-41D2-8EF0-1ABF3783C3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AF16AF2-4FFC-45FB-852F-190E99B1E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49B9BA-282A-4AC6-AAA9-4EB96C89D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3D8072-3B3F-468D-87B5-D819942D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15106A-339D-4121-B495-0A07B2EC6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292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39349-6E4A-4699-9985-FD0F06F6E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0450BA3-1736-4348-BA35-85F77195F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6979917-4DF8-43C8-8F7A-7A83FF1FD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76FF949-B8BF-42A3-A7E2-3489B6F6B5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31862FB-436A-45A8-836B-6FB3C12726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F0FF374-181E-4F28-A35D-AC0E05A52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999885E-799F-48AB-A184-FC56B255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B7969B-DF09-4915-9A4A-55C521FF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7725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7FCF5-EFFD-4557-846B-F6B096431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52CA406-3E88-4C01-B8A5-317CDFF3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6470793-161F-42BE-B4D4-B2B0D218D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45D6092-D67C-4C9D-9D8E-40E9B9F8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087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19F3EC-DBF5-400F-8353-B4277559A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D0E5917-DBD3-4896-89AF-A1081363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1C1A26-8A0B-4006-A974-D827C398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2891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B6EF2-F662-4BDF-9DBD-50A4FEF3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D32348-F336-4E45-B101-0BDEB3142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32EE9E-2443-45A0-912B-8647E65A2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36CF90-26F7-4A25-98FD-DFA8CEFA4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6991A68-85EC-4A2F-B5CD-0DBF70B4E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7709F62-A819-490F-A37E-6B4D7814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5927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3ACEA4-06C0-4CC1-953C-381C3FE84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6A277B8-0233-4CD3-A1A1-E8EE954E2B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8204FC0-0B96-42FE-942B-CA84D7E42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6B2D1C-CC6A-4DBB-BD2B-0E1CD272F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9B3B7D9-7ABD-4754-926C-BEA02FA8F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B2A1E5-A76F-4657-8DA5-3947D2CAB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7080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EA233-2C1B-4510-BEC4-35620DB95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3212E8-400E-417C-A003-55046CC0E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424B12-C25C-4F25-BE92-F8C0B3D4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645134-94CF-4943-99A0-5609FAB46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069E2-3DDD-4285-B649-586085440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481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EB1A26-DE3C-48F3-9605-5E3EB26D4E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DD2AF93-0AA0-49CF-9BDE-153E2CB203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FE13FD-4F50-46A3-89B0-9731A9AC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A81AA7-917D-48B4-8695-E2B264C6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16EFD4-31F6-4490-9A04-27D2470CC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0308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53E0B72-1D0A-46C3-B553-7F9688BF6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99C52E-ACD9-412C-A0B0-F126AB9FA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121879-4CA3-4269-BC40-95598B0A6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864D2-CC38-4B53-BB53-46937FD7B118}" type="datetimeFigureOut">
              <a:rPr lang="es-MX" smtClean="0"/>
              <a:t>18/06/2026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699813-EED6-4D61-8A7A-9EDF1FDF7F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951C1-1B5E-41B2-AFBC-A397BE648E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785328-6E24-4556-97AF-C01DB776CB9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59948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A4417B0-0206-4FDF-9C71-55BE8FD5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99" y="806521"/>
            <a:ext cx="3189402" cy="3189402"/>
          </a:xfrm>
          <a:prstGeom prst="rect">
            <a:avLst/>
          </a:prstGeom>
        </p:spPr>
      </p:pic>
      <p:pic>
        <p:nvPicPr>
          <p:cNvPr id="5" name="Marcador de posición de contenido 5">
            <a:extLst>
              <a:ext uri="{FF2B5EF4-FFF2-40B4-BE49-F238E27FC236}">
                <a16:creationId xmlns:a16="http://schemas.microsoft.com/office/drawing/2014/main" id="{0ADD249C-EA19-4E51-BB8D-17F1C197AE16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21099" y="2984378"/>
            <a:ext cx="12266975" cy="28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60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A4417B0-0206-4FDF-9C71-55BE8FD556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299" y="806521"/>
            <a:ext cx="3189402" cy="3189402"/>
          </a:xfrm>
          <a:prstGeom prst="rect">
            <a:avLst/>
          </a:prstGeom>
        </p:spPr>
      </p:pic>
      <p:pic>
        <p:nvPicPr>
          <p:cNvPr id="5" name="Marcador de posición de contenido 5">
            <a:extLst>
              <a:ext uri="{FF2B5EF4-FFF2-40B4-BE49-F238E27FC236}">
                <a16:creationId xmlns:a16="http://schemas.microsoft.com/office/drawing/2014/main" id="{0ADD249C-EA19-4E51-BB8D-17F1C197AE16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99" y="2984378"/>
            <a:ext cx="12266975" cy="28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154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9A4417B0-0206-4FDF-9C71-55BE8FD5560E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4501299" y="806521"/>
            <a:ext cx="3189402" cy="3189402"/>
          </a:xfrm>
          <a:prstGeom prst="rect">
            <a:avLst/>
          </a:prstGeom>
        </p:spPr>
      </p:pic>
      <p:pic>
        <p:nvPicPr>
          <p:cNvPr id="5" name="Marcador de posición de contenido 5">
            <a:extLst>
              <a:ext uri="{FF2B5EF4-FFF2-40B4-BE49-F238E27FC236}">
                <a16:creationId xmlns:a16="http://schemas.microsoft.com/office/drawing/2014/main" id="{0ADD249C-EA19-4E51-BB8D-17F1C197AE16}"/>
              </a:ext>
            </a:extLst>
          </p:cNvPr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099" y="2984378"/>
            <a:ext cx="12266975" cy="28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610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posición de contenido 5">
            <a:extLst>
              <a:ext uri="{FF2B5EF4-FFF2-40B4-BE49-F238E27FC236}">
                <a16:creationId xmlns:a16="http://schemas.microsoft.com/office/drawing/2014/main" id="{03FC45A2-E4CF-4061-9DEB-47236590481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28" y="1982780"/>
            <a:ext cx="12266975" cy="289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698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contenido 5">
            <a:extLst>
              <a:ext uri="{FF2B5EF4-FFF2-40B4-BE49-F238E27FC236}">
                <a16:creationId xmlns:a16="http://schemas.microsoft.com/office/drawing/2014/main" id="{5BEC793E-D9D6-46E3-A932-BF9AB2DD530C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/>
          <a:srcRect t="12082" r="62147" b="20429"/>
          <a:stretch/>
        </p:blipFill>
        <p:spPr>
          <a:xfrm>
            <a:off x="11221" y="2311684"/>
            <a:ext cx="5423808" cy="2280173"/>
          </a:xfrm>
          <a:prstGeom prst="rect">
            <a:avLst/>
          </a:prstGeom>
        </p:spPr>
      </p:pic>
      <p:pic>
        <p:nvPicPr>
          <p:cNvPr id="3" name="Marcador de posición de contenido 5">
            <a:extLst>
              <a:ext uri="{FF2B5EF4-FFF2-40B4-BE49-F238E27FC236}">
                <a16:creationId xmlns:a16="http://schemas.microsoft.com/office/drawing/2014/main" id="{EC2E9EFF-7620-44B6-BAE7-E704E2C1820C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3300" t="14366" r="4813" b="1095"/>
          <a:stretch/>
        </p:blipFill>
        <p:spPr>
          <a:xfrm>
            <a:off x="6137806" y="2311684"/>
            <a:ext cx="6001877" cy="2856216"/>
          </a:xfrm>
          <a:prstGeom prst="rect">
            <a:avLst/>
          </a:prstGeom>
        </p:spPr>
      </p:pic>
      <p:pic>
        <p:nvPicPr>
          <p:cNvPr id="4" name="Marcador de posición de contenido 5">
            <a:extLst>
              <a:ext uri="{FF2B5EF4-FFF2-40B4-BE49-F238E27FC236}">
                <a16:creationId xmlns:a16="http://schemas.microsoft.com/office/drawing/2014/main" id="{D5AFA680-B6B3-4AF1-90B8-BDBF46820907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4041" t="12082" r="61327" b="20429"/>
          <a:stretch/>
        </p:blipFill>
        <p:spPr>
          <a:xfrm>
            <a:off x="4262121" y="2311684"/>
            <a:ext cx="2096566" cy="2280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033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rcador de posición de contenido 5">
            <a:extLst>
              <a:ext uri="{FF2B5EF4-FFF2-40B4-BE49-F238E27FC236}">
                <a16:creationId xmlns:a16="http://schemas.microsoft.com/office/drawing/2014/main" id="{5BEC793E-D9D6-46E3-A932-BF9AB2DD530C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/>
          <a:srcRect t="12082" r="62147" b="20429"/>
          <a:stretch/>
        </p:blipFill>
        <p:spPr>
          <a:xfrm>
            <a:off x="11221" y="3195259"/>
            <a:ext cx="5423808" cy="22801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" name="Marcador de posición de contenido 5">
            <a:extLst>
              <a:ext uri="{FF2B5EF4-FFF2-40B4-BE49-F238E27FC236}">
                <a16:creationId xmlns:a16="http://schemas.microsoft.com/office/drawing/2014/main" id="{EC2E9EFF-7620-44B6-BAE7-E704E2C1820C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3300" t="14366" r="4813" b="1095"/>
          <a:stretch/>
        </p:blipFill>
        <p:spPr>
          <a:xfrm>
            <a:off x="6137806" y="3195259"/>
            <a:ext cx="6001877" cy="285621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Marcador de posición de contenido 5">
            <a:extLst>
              <a:ext uri="{FF2B5EF4-FFF2-40B4-BE49-F238E27FC236}">
                <a16:creationId xmlns:a16="http://schemas.microsoft.com/office/drawing/2014/main" id="{D5AFA680-B6B3-4AF1-90B8-BDBF46820907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>
            <a:duotone>
              <a:schemeClr val="accent6">
                <a:shade val="45000"/>
                <a:satMod val="135000"/>
              </a:schemeClr>
              <a:prstClr val="white"/>
            </a:duotone>
          </a:blip>
          <a:srcRect l="24041" t="12082" r="61327" b="20429"/>
          <a:stretch/>
        </p:blipFill>
        <p:spPr>
          <a:xfrm>
            <a:off x="4262121" y="3195259"/>
            <a:ext cx="2096566" cy="228017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883C540-9A2F-4E93-B5BA-D8754D155C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1299" y="806521"/>
            <a:ext cx="3189402" cy="31894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6135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AF7AEE2E-8179-4651-9F66-4A780ACFF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0092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Cosme E. Santiesteban Toca</dc:creator>
  <cp:lastModifiedBy>Cosme E. Santiesteban Toca</cp:lastModifiedBy>
  <cp:revision>3</cp:revision>
  <dcterms:created xsi:type="dcterms:W3CDTF">2026-06-19T00:40:41Z</dcterms:created>
  <dcterms:modified xsi:type="dcterms:W3CDTF">2026-06-19T01:00:53Z</dcterms:modified>
</cp:coreProperties>
</file>