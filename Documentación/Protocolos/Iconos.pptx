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798FB9-C5A9-4FF5-B7BD-963BF85AA6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6884F8-C3F2-45DB-9C31-3397216C09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68B48-A820-42DA-85F3-4CFA9647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633C47-5D32-4C34-B2D5-AB777294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2E6B5E-BB69-48F8-A964-0FA0CDA3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012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A21AD-A8B5-41A7-8BCE-C5BA9EA4B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75176E-24A0-46D0-92B4-1A297E19E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6C95286-D978-4159-8A43-80AA7C674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0A9DC1-6E05-467F-8BDA-79EB95D95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DB100B-15B5-4684-A7F2-1F36E72A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55728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4802E-26FB-4992-8346-27D98BAA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4826C8-774B-4816-935C-622A055E1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507FDC-AC5B-454C-8964-88E765D8B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924F00-2485-4DB5-A82F-2CBCEB12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A53DF8-1453-47D3-8E4F-B2E18603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6675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0602A-5704-4A12-9021-AD6D63941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26A570-69EB-4764-9D6F-4659CD5004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5966B83-04A8-432D-8D74-D162FA4CB5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23766A6-9F72-48B2-B2DA-34290CDD8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47EA2CE-19A0-4DF7-90E8-C1A9DEE40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D95167-233F-4408-9566-AE989A1C3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307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07BCA-C693-4040-9158-28ECA4200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DC455E2-68F8-448B-B388-705457AA9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7E17D99-56E7-4048-8F7C-29F97512B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85881F-47E0-46CE-8D8D-F3CDCC9318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4CE76DD-0C74-4D1A-81BF-886A2DB6C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DE9EDB-84AB-4ED6-B72D-96DE97088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970964-6E7E-4D9F-8D2F-C7144B0A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D45BE54-DC97-4930-BA53-EAC579431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810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429DE-D225-47A5-B290-AD0E1339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FF2B321-F25F-4CA3-A4E1-1BCF37AB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7E81A11-9999-44D2-963A-E5131F8D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72B2CC1-275D-422E-B638-6DB571B2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684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C1B93DA-68F8-4D93-8BBB-AD2A2A24C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0642B5A-6646-4DF0-BA61-3C89E5738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C596A6-0C05-4192-8962-2D5A9D6B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491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7CB19-16AB-4643-941C-56B560646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015695-0A83-4AE7-AF71-DE0DF816F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4537A6-2164-4FA4-997C-ABE375A15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CA2E37-0C84-404F-8F6A-D4277AA6A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391D0A-78D1-471C-ADB3-2CEF6ECC3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EC99BC-BAD8-41E4-92BD-60959742B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7765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09358-A273-4F94-8B54-26BE42E96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D87695-E0E5-41EE-B95D-1ADC4AF2E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AE18147-985B-4173-B829-E8A316102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4B1658-A303-43DB-9EC2-37D9310EB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9235F3-130A-4A01-A30E-12FF0E0C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002E68-664C-4159-AA78-5C38C57BD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10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E6FB85-D7B6-43CE-9E87-BA160EDAC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C087D3-13B6-4044-AB11-22B175DED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05481D-AA9D-4A1E-AAF3-92A1E6D5B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7FE163-5569-4D59-845C-84C77553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75673CF-4C19-4B3B-AE56-DBC39AB14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81967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3735592-79EB-4642-B9D6-E9E65947E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F85FDA-7F0D-4BDE-95A7-80184F846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88F069-55D8-4F17-9E38-AFAD723BC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D465E1-8043-4E95-8A7B-82A40D57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BA052D-2350-4688-A3CB-F954599EC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2994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C71AC6-DE77-47CD-BE84-8ABBD4060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72BF71-7F02-4592-AFD3-CF968CAA2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9BA97E-D0AC-444B-B7EF-528E110A1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31669-8AE8-48AF-B7D4-CB1259212A93}" type="datetimeFigureOut">
              <a:rPr lang="es-MX" smtClean="0"/>
              <a:t>02/05/2026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3FE3B5-7F4F-4008-9D7B-CE1D75911B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44499C-70B2-41E5-864F-A3AC89844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0EED8-8776-4937-BB7E-31A2C15C8DB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0882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>
            <a:extLst>
              <a:ext uri="{FF2B5EF4-FFF2-40B4-BE49-F238E27FC236}">
                <a16:creationId xmlns:a16="http://schemas.microsoft.com/office/drawing/2014/main" id="{5C149A75-F6BB-463E-8C56-77CF7D24D206}"/>
              </a:ext>
            </a:extLst>
          </p:cNvPr>
          <p:cNvGrpSpPr/>
          <p:nvPr/>
        </p:nvGrpSpPr>
        <p:grpSpPr>
          <a:xfrm>
            <a:off x="410966" y="1312523"/>
            <a:ext cx="4232953" cy="4232953"/>
            <a:chOff x="3154166" y="2178121"/>
            <a:chExt cx="4232953" cy="4232953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20C7698-A6C8-4219-B41B-1678089438F3}"/>
                </a:ext>
              </a:extLst>
            </p:cNvPr>
            <p:cNvSpPr/>
            <p:nvPr/>
          </p:nvSpPr>
          <p:spPr>
            <a:xfrm>
              <a:off x="3154166" y="2178121"/>
              <a:ext cx="4232953" cy="4232953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  <a:shade val="30000"/>
                    <a:satMod val="11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C70E5BE3-0E94-4C5C-AAFC-1C3EDF73ACE2}"/>
                </a:ext>
              </a:extLst>
            </p:cNvPr>
            <p:cNvSpPr/>
            <p:nvPr/>
          </p:nvSpPr>
          <p:spPr>
            <a:xfrm>
              <a:off x="3332016" y="2354314"/>
              <a:ext cx="3888589" cy="3888589"/>
            </a:xfrm>
            <a:prstGeom prst="ellipse">
              <a:avLst/>
            </a:prstGeom>
            <a:noFill/>
            <a:ln w="254000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38299822-7475-480C-BFF0-5D9B1E542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31300" y="2555255"/>
              <a:ext cx="3478683" cy="3478683"/>
            </a:xfrm>
            <a:prstGeom prst="rect">
              <a:avLst/>
            </a:prstGeom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1B1C40DD-4D38-4340-9F1E-C57F140BE5B0}"/>
              </a:ext>
            </a:extLst>
          </p:cNvPr>
          <p:cNvGrpSpPr/>
          <p:nvPr/>
        </p:nvGrpSpPr>
        <p:grpSpPr>
          <a:xfrm>
            <a:off x="5230371" y="1312521"/>
            <a:ext cx="4232953" cy="4232953"/>
            <a:chOff x="5230371" y="1312521"/>
            <a:chExt cx="4232953" cy="4232953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D81A17B7-74BB-44EB-8476-CF1696FB9C5D}"/>
                </a:ext>
              </a:extLst>
            </p:cNvPr>
            <p:cNvSpPr/>
            <p:nvPr/>
          </p:nvSpPr>
          <p:spPr>
            <a:xfrm>
              <a:off x="5230371" y="1312521"/>
              <a:ext cx="4232953" cy="4232953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  <a:shade val="30000"/>
                    <a:satMod val="115000"/>
                  </a:schemeClr>
                </a:gs>
                <a:gs pos="50000">
                  <a:schemeClr val="bg1">
                    <a:lumMod val="85000"/>
                    <a:shade val="67500"/>
                    <a:satMod val="115000"/>
                  </a:schemeClr>
                </a:gs>
                <a:gs pos="100000">
                  <a:schemeClr val="bg1">
                    <a:lumMod val="85000"/>
                    <a:shade val="100000"/>
                    <a:satMod val="115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4E926E81-9101-44CB-9469-B271B8DBBD97}"/>
                </a:ext>
              </a:extLst>
            </p:cNvPr>
            <p:cNvSpPr/>
            <p:nvPr/>
          </p:nvSpPr>
          <p:spPr>
            <a:xfrm>
              <a:off x="5402554" y="1488716"/>
              <a:ext cx="3888589" cy="3888589"/>
            </a:xfrm>
            <a:prstGeom prst="ellipse">
              <a:avLst/>
            </a:prstGeom>
            <a:noFill/>
            <a:ln w="254000"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F7D45B92-D26A-4811-819E-C44F71A7A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91184" y="2776544"/>
              <a:ext cx="3311326" cy="13049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794857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5364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Cosme E. Santiesteban Toca</dc:creator>
  <cp:lastModifiedBy>Cosme E. Santiesteban Toca</cp:lastModifiedBy>
  <cp:revision>3</cp:revision>
  <dcterms:created xsi:type="dcterms:W3CDTF">2026-05-02T13:28:12Z</dcterms:created>
  <dcterms:modified xsi:type="dcterms:W3CDTF">2026-05-06T06:52:49Z</dcterms:modified>
</cp:coreProperties>
</file>